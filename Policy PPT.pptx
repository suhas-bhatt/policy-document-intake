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3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8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Project: UseCasePOC — Policy Document Intake &amp; Policy Intelligence (POC).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image is the project's own diagram (1.Policy.png). The repository implements each numbered zone; see the code-to-architecture map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+  AWS  +  SNOWFLAKE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Document Intake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Policy Intelligence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 document intake, processing and analytics for insurance policy documents — Flask REST API, AWS event-driven pipeline and a Snowflake analytics layer.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783080" y="3657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365760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3464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6576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38328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36576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3891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Textract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36576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760720" y="3657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365760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72084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69480" y="36576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269480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  •  Architecture, Data Flow &amp;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505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1792" y="1591056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190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99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792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policy document handling is slow, and what the POC builds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828032" y="159105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71907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499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Stack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1792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diagram, and the code-to-component map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42316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21792" y="2642616"/>
            <a:ext cx="457200" cy="457200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551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API Layer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2843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JWT auth, validation and error handling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63440" y="242316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828032" y="2642616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77063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40680" y="2551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Intake &amp; Processing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40680" y="2843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S3, EventBridge, Lambda, DynamoDB, SNS, CloudWatch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347472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21792" y="3694176"/>
            <a:ext cx="457200" cy="45720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82219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3444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 Platform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234440" y="3895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Loader, RAW / CURATED / ANALYTICS schemas and views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63440" y="347472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828032" y="3694176"/>
            <a:ext cx="457200" cy="457200"/>
          </a:xfrm>
          <a:prstGeom prst="ellipse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822192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44068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&amp; Roadmap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40680" y="3895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cost, limitations and future scope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document handling does not scale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operations depend on documents that are unstructured, scattered and hard to trace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intake — </a:t>
            </a:r>
            <a:r>
              <a:rPr lang="en-US" sz="12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customer-service staff receive PDFs and images and must file, read and key in details by hand.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status view — </a:t>
            </a:r>
            <a:r>
              <a:rPr lang="en-US" sz="12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policyholder or agent cannot easily tell whether a document was received, processed or failed.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content — </a:t>
            </a:r>
            <a:r>
              <a:rPr lang="en-US" sz="12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numbers, dates and document type sit inside scanned pages rather than queryable fields.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lookup — </a:t>
            </a:r>
            <a:r>
              <a:rPr lang="en-US" sz="12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policy or its documents means searching across separate stores with no audit trail.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126480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GOAL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→ Extract → Track → Analyze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889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automated path from a policy document to a searchable, auditable record — built on free-tier-conscious, serverless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ideas power the platform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event-driven pipeline replaces manual triage from upload to analytics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17538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intake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hands validated documents to API Gateway, which writes them to S3 through a native S3 proxy integration — no upload Lambda, no always-on file server.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47288" y="1600200"/>
            <a:ext cx="548640" cy="548640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907" y="17538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47288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47288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S3 Object Created event reaches EventBridge, which invokes a Lambda that runs Textract, classifies the document type and extracts key policy fields.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14173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36208" y="1600200"/>
            <a:ext cx="548640" cy="54864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27" y="17538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36208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 analytics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36208" y="26517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records are loaded into RAW and CURATED tables. Views expose search, dashboard and audit datasets for policy lookup and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picture: five connected zones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76072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08" y="1072580"/>
            <a:ext cx="5541264" cy="36941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0972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40080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84848" y="1051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/ Agents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784848" y="1289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Policyholder, Insurance Agent, Customer Service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0" y="1828800"/>
            <a:ext cx="292608" cy="292608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4008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API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784848" y="20208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+ business logic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00800" y="2560320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640080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pipeline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752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→ S3 → EventBridge → Lambda → DynamoDB / SNS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00800" y="3291840"/>
            <a:ext cx="292608" cy="292608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64008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3246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34838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RAW / CURATED / analytics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00800" y="4023360"/>
            <a:ext cx="292608" cy="292608"/>
          </a:xfrm>
          <a:prstGeom prst="ellipse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640080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84848" y="3977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784848" y="42153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Lookup, status, dashboard, audit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EXECUTION WORKFLOW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document, eight stages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login to searchable record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85216" y="14996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85216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499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issues an HS256 JWT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3716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670048" y="1499616"/>
            <a:ext cx="292608" cy="292608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670048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1499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&amp; upload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checks file + customer_id, PUTs to API Gateway, writes UPLOADED to DynamoDB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3716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149961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754880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29784" y="1499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in S3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lands at incoming/&lt;customer&gt;/&lt;doc_id&gt;_&lt;file&gt;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11696" y="137160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39712" y="149961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839712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14996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187452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Created → EventBridge rule → Lambda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85216" y="296265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585216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" y="33375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text → classify (AUTO / HOME / LIFE / UNKNOWN) → regex fields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42032" y="283464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670048" y="296265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2670048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044952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&amp; notify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670048" y="33375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set to PROCESSED; SNS completion message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283464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54880" y="2962656"/>
            <a:ext cx="292608" cy="292608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75488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129784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754880" y="33375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Lambda reads DynamoDB, INSERTs RAW, MERGEs CURATED_POLICY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11696" y="283464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839712" y="2962656"/>
            <a:ext cx="292608" cy="292608"/>
          </a:xfrm>
          <a:prstGeom prst="ellipse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839712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214616" y="29626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839712" y="33375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lookup, search and status through Flask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640080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Flask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20240" y="4434840"/>
            <a:ext cx="128016" cy="12801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2103120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83280" y="4434840"/>
            <a:ext cx="128016" cy="128016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3566160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434840"/>
            <a:ext cx="128016" cy="128016"/>
          </a:xfrm>
          <a:prstGeom prst="rect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5029200" y="43891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 · UPLOAD PATH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→ API Gateway → S3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never writes to S3 itself; API Gateway performs the PutObject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695298"/>
            <a:ext cx="221285" cy="2212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8105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upload_document()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1554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337560" y="1371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538" y="1695298"/>
            <a:ext cx="221285" cy="22128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69080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069080" y="18105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/documents/{proxy+}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5623560" y="1554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6217920" y="1371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1695298"/>
            <a:ext cx="221285" cy="22128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49440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949440" y="18105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policy-documents-poc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2606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Hand-off: </a:t>
            </a: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aws_service.upload_document_via_api_gateway() generates a UUID4 document_id and the key incoming/{customer_id}/{document_id}_{filename}, then PUTs the bytes to API_GATEWAY_UPLOAD_URL with a 30 s timeout.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Proxy: </a:t>
            </a: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uses an AWS-service integration (type AWS) with the ApiGatewayS3ProxyRole, scoped to s3:PutObject on incoming/* only.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</a:t>
            </a: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successful PUT, Flask writes the initial item to DynamoDB (status UPLOADED, document_type UNKNOWN) and returns 202.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</a:t>
            </a:r>
            <a:r>
              <a:rPr lang="en-US" sz="10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requests exception becomes 502 upstream_service_error.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669280" y="26060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OBJECT KEY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5669280" y="2834640"/>
            <a:ext cx="3017520" cy="960120"/>
          </a:xfrm>
          <a:prstGeom prst="roundRect">
            <a:avLst>
              <a:gd name="adj" fmla="val 5714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5779008" y="2907792"/>
            <a:ext cx="2798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incoming/CUST-001/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3f2a…9c1e_CUST-001_POL-1001_auto.pdf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56692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has EventBridge notifications enabled.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720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 txBox="1"/>
          <p:nvPr/>
        </p:nvSpPr>
        <p:spPr>
          <a:xfrm>
            <a:off x="45720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Auth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47218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 txBox="1"/>
          <p:nvPr/>
        </p:nvSpPr>
        <p:spPr>
          <a:xfrm>
            <a:off x="147218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Upload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248716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 txBox="1"/>
          <p:nvPr/>
        </p:nvSpPr>
        <p:spPr>
          <a:xfrm>
            <a:off x="248716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S3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3502152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 txBox="1"/>
          <p:nvPr/>
        </p:nvSpPr>
        <p:spPr>
          <a:xfrm>
            <a:off x="3502152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4517136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 txBox="1"/>
          <p:nvPr/>
        </p:nvSpPr>
        <p:spPr>
          <a:xfrm>
            <a:off x="4517136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553212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5"/>
          <p:cNvSpPr txBox="1"/>
          <p:nvPr/>
        </p:nvSpPr>
        <p:spPr>
          <a:xfrm>
            <a:off x="553212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Notify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54710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7"/>
          <p:cNvSpPr txBox="1"/>
          <p:nvPr/>
        </p:nvSpPr>
        <p:spPr>
          <a:xfrm>
            <a:off x="654710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756208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9"/>
          <p:cNvSpPr txBox="1"/>
          <p:nvPr/>
        </p:nvSpPr>
        <p:spPr>
          <a:xfrm>
            <a:off x="756208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4–5 · EVENT &amp; PROCESSING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EventBridge → Lambda Document Processor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extract text, classify document type, extract key policy details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085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444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rule: policy-document-uploaded-rule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aws.s3 · detail-type Object Created · bucket policy-documents-poc · key prefix incoming/ → target policy-document-processor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463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85232" y="1444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text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85232" y="16824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detect_document_text on the S3 object; LINE blocks joined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1488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46320" y="233172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84632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2221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4597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→ AUTO_POLICY, HOME_POLICY, LIFE_POLICY or UNKNOWN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8463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29992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fields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32369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for policy number, effective date; 500-char text excerpt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38862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84632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3776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 &amp; notify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85232" y="40142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update_item → PROCESSED; SNS publish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5603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CLASSIFIER (DOC_TYPE_KEYWORDS)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66928" y="2862072"/>
            <a:ext cx="3803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AUTO_POLICY: vehicle, auto insurance, vin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HOME_POLICY: homeowners, dwelling,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property insurance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LIFE_POLICY: life insurance, beneficiary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5D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" y="3858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POC-grade extraction: heuristic keywords and regex, not a trained model. On error the item is set to FAILED with error_details and the exception is re-raised.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45720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7218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147218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Upload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8716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248716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502152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3502152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17136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4517136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53212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553212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Notify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4710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654710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6208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756208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TRACK &amp; NOTIFY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DynamoDB, SNS and CloudWatch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metadata, completion events and monitoring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3677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DynamoDB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103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PolicyDocumentProcessing, key document_id, PAY_PER_REQUEST. Holds customer_id, policy_id, s3_key, status, document_type, extracted_data, error_details. Flask writes UPLOADED; the processor updates PROCESSED / FAILED.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63677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9776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SNS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103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policy-document-notifications. Processor publishes a document.processed message. Subscribers: ops email and the Snowflake loader Lambda (protocol lambda).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63677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6656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CloudWatch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10312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logs carry structured lines such as processing_start / processing_complete with document_id for Logs Insights. One alarm, document-processor-errors, fires when Errors ≥ 1 in 5 minutes.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 IN DYNAMODB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57200" y="400507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 txBox="1"/>
          <p:nvPr/>
        </p:nvSpPr>
        <p:spPr>
          <a:xfrm>
            <a:off x="45720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737360" y="40050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011680" y="400507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201168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566160" y="400507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356616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3291840" y="40050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02920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mentions email/SMS alerts: setup commands show an email subscription only; SMS is not clearly present.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45720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 txBox="1"/>
          <p:nvPr/>
        </p:nvSpPr>
        <p:spPr>
          <a:xfrm>
            <a:off x="45720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Auth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47218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 txBox="1"/>
          <p:nvPr/>
        </p:nvSpPr>
        <p:spPr>
          <a:xfrm>
            <a:off x="147218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Upload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248716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 txBox="1"/>
          <p:nvPr/>
        </p:nvSpPr>
        <p:spPr>
          <a:xfrm>
            <a:off x="248716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S3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3502152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4"/>
          <p:cNvSpPr txBox="1"/>
          <p:nvPr/>
        </p:nvSpPr>
        <p:spPr>
          <a:xfrm>
            <a:off x="3502152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4517136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6"/>
          <p:cNvSpPr txBox="1"/>
          <p:nvPr/>
        </p:nvSpPr>
        <p:spPr>
          <a:xfrm>
            <a:off x="4517136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553212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 txBox="1"/>
          <p:nvPr/>
        </p:nvSpPr>
        <p:spPr>
          <a:xfrm>
            <a:off x="553212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Notify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654710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0"/>
          <p:cNvSpPr txBox="1"/>
          <p:nvPr/>
        </p:nvSpPr>
        <p:spPr>
          <a:xfrm>
            <a:off x="654710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756208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 txBox="1"/>
          <p:nvPr/>
        </p:nvSpPr>
        <p:spPr>
          <a:xfrm>
            <a:off x="756208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SNOWFLAKE INGESTION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SNS-triggered Snowflake Loader Lambda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“Snowflake Connector (or AWS Glue)” — the connector option is implemented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6420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79222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completion message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1463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560320" y="1371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670048" y="1536192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166420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0040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Loader Lambda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200400" y="179222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policy-snowflake-loader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1463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663440" y="1371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773168" y="1536192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66420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0352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DynamoDB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179222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get_item(document_id)</a:t>
            </a:r>
            <a:endParaRPr lang="en-US" sz="75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1463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766560" y="13716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876288" y="1536192"/>
            <a:ext cx="457200" cy="45720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1664208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179222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5B67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+ CURATED</a:t>
            </a:r>
            <a:endParaRPr lang="en-US" sz="750" dirty="0"/>
          </a:p>
        </p:txBody>
      </p:sp>
      <p:sp>
        <p:nvSpPr>
          <p:cNvPr id="30" name="Text 24"/>
          <p:cNvSpPr txBox="1"/>
          <p:nvPr/>
        </p:nvSpPr>
        <p:spPr>
          <a:xfrm>
            <a:off x="48463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EXECUTED BY THE LOADER (SIMPLIFIED)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846320" y="2651760"/>
            <a:ext cx="3840480" cy="178308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4956048" y="2724912"/>
            <a:ext cx="362102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RAW_POLICY_DOCUMENTS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(document_id, customer_id, policy_id,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s3_key, document_type, status,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extracted_data, ingested_at)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%(document_id)s, …,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PARSE_JSON(%(extracted_data)s),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CURRENT_TIMESTAMP();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INTO CURATED_POLICY tgt USING (…) src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tgt.policy_id = src.policy_id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MATCHED THEN UPDATE …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NOT MATCHED THEN INSERT …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2468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SNS record per completed document.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Read-back: </a:t>
            </a: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 fetched from DynamoDB rather than trusting the message body.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statements: </a:t>
            </a: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RAW (extracted_data as VARIANT), MERGE into CURATED_POLICY keyed on policy_id.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</a:t>
            </a: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not used — noted in the code as an Implementation Assumption for cost and simplicity.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</a:t>
            </a: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Lambda environment variables.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5720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45720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Auth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147218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 txBox="1"/>
          <p:nvPr/>
        </p:nvSpPr>
        <p:spPr>
          <a:xfrm>
            <a:off x="147218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Upload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248716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 txBox="1"/>
          <p:nvPr/>
        </p:nvSpPr>
        <p:spPr>
          <a:xfrm>
            <a:off x="248716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S3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3502152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 txBox="1"/>
          <p:nvPr/>
        </p:nvSpPr>
        <p:spPr>
          <a:xfrm>
            <a:off x="3502152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Event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517136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7"/>
          <p:cNvSpPr txBox="1"/>
          <p:nvPr/>
        </p:nvSpPr>
        <p:spPr>
          <a:xfrm>
            <a:off x="4517136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5532120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 txBox="1"/>
          <p:nvPr/>
        </p:nvSpPr>
        <p:spPr>
          <a:xfrm>
            <a:off x="5532120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Notify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6547104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1"/>
          <p:cNvSpPr txBox="1"/>
          <p:nvPr/>
        </p:nvSpPr>
        <p:spPr>
          <a:xfrm>
            <a:off x="6547104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7562088" y="4526280"/>
            <a:ext cx="960120" cy="201168"/>
          </a:xfrm>
          <a:prstGeom prst="roundRect">
            <a:avLst>
              <a:gd name="adj" fmla="val 22727"/>
            </a:avLst>
          </a:prstGeom>
          <a:solidFill>
            <a:srgbClr val="E7ECF4"/>
          </a:solidFill>
          <a:ln w="12700">
            <a:solidFill>
              <a:srgbClr val="E7EC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3"/>
          <p:cNvSpPr txBox="1"/>
          <p:nvPr/>
        </p:nvSpPr>
        <p:spPr>
          <a:xfrm>
            <a:off x="7562088" y="45262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Query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SNOWFLAKE DATA PLATFORM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schemas, four tables, three views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POLICY_WH: XSMALL, AUTO_SUSPEND 60 s, AUTO_RESUME, initially suspended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2179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810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history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RAW_POLICY_DOCUMENTS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document_id, customer_id, policy_id, s3_key, document_type, status, extracted_data (VARIANT), ingested_at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B7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POLICY_DOCUMENT_STATUS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document_id, status, event_timestamp, error_details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06040" cy="73152"/>
          </a:xfrm>
          <a:prstGeom prst="rect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41071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1810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query-ready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10712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2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CURATED_POLICY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policy_id (PK), customer_id, policy_type, product_name, effective_date, status, updated_at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2A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POLICY_DOCUMENT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 (PK), policy_id, customer_id, document_type, version, status, s3_key, updated_at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73152"/>
          </a:xfrm>
          <a:prstGeom prst="rect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19963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810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Search-ready views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21031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7B4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POLICY_DOCUMENT_SEARCH_VIEW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search_text over POLICY_DOCUMENT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7B4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PROCESSING_DASHBOARD_VIEW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by document_type, status, day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7B4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AUDIT_TRAIL_VIEW</a:t>
            </a:r>
            <a:endParaRPr lang="en-US" sz="8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events over POLICY_DOCUMENT_STATUS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WORKED EXAMPLE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Tracing one document end to 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trace based on the README scenario and the sample file CUST-001_POL-1001_auto.pdf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1909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54533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9436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/api/documents/upload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+ customer_id=CUST-001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202, status UPLOADED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83280" y="154533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8328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+ event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incoming/CUST-001/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&lt;uuid&gt;_CUST-001_POL-1001_auto.pdf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Created → EventBridge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72200" y="154533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172200" y="1545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5453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947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Textract text; “vehicle / auto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 / vin” match →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AUTO_POLICY; regex fields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" y="3145536"/>
            <a:ext cx="292608" cy="2926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9436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DynamoDB + SNS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478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PROCESSED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document_type AUTO_POLICY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 document.processed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83280" y="3145536"/>
            <a:ext cx="292608" cy="292608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338328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5478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RAW row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CURATED_POLICY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(status ACTIVE)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72200" y="3145536"/>
            <a:ext cx="292608" cy="292608"/>
          </a:xfrm>
          <a:prstGeom prst="ellipse">
            <a:avLst/>
          </a:prstGeom>
          <a:solidFill>
            <a:srgbClr val="7B4BD6"/>
          </a:solidFill>
          <a:ln w="12700">
            <a:solidFill>
              <a:srgbClr val="7B4B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17220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31455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5478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/api/documents/{id}/status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/api/policies/{id}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/api/search?q=CUST-001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run outputs are not part of the provided project materials; this trace follows the code path, not recorded results.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SECURITY, COST &amp; DEPLOYMENT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low-volume, free-tier-conscious POC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1909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624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scoped per role in aws/iam/*.json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on all data routes; no secrets committed (.env ignored)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tokens or passwords written to logs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 password-less login, no HTTPS or CORS config, no magic-byte file checks, API Gateway method has no authorizer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3624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control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PAY_PER_REQUEST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XSMALL, AUTO_SUSPEND 60 s, AUTO_RESUME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→ S3 proxy avoids an upload Lambda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Lambdas: 256 MB, 30 s timeout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3624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python:3.12-slim + Gunicorn (2 workers)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Procfile for platform deploys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path: Elastic Beanstalk, single t3.micro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deployed — README leaves this unchecked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FUTURE SCOPE &amp; CONCLUSION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blueprint from upload to analytics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" cy="2606040"/>
          </a:xfrm>
          <a:prstGeom prst="rect">
            <a:avLst/>
          </a:prstGeom>
          <a:solidFill>
            <a:srgbClr val="12A37F"/>
          </a:solidFill>
          <a:ln w="12700">
            <a:solidFill>
              <a:srgbClr val="12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in the POC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with JWT, validation, error handling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intake: API Gateway → S3 → EventBridge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Textract processing, DynamoDB tracking, SNS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RAW / CURATED / ANALYTICS design and views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13284A"/>
          </a:solidFill>
          <a:ln w="9525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64008" cy="26060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89204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(not implemented)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87452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schema handling and populate all four tables in the loader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dashboard and audit routes; trained or query-based extraction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4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 on real AWS and Snowflake; HTTPS + CORS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B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Intake &amp; Policy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2171</Words>
  <Application>Microsoft Office PowerPoint</Application>
  <PresentationFormat>On-screen Show 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Document Intake &amp; Policy Intelligence</dc:title>
  <dc:subject>PptxGenJS Presentation</dc:subject>
  <dc:creator>PptxGenJS</dc:creator>
  <cp:lastModifiedBy>Suhas BS</cp:lastModifiedBy>
  <cp:revision>5</cp:revision>
  <dcterms:created xsi:type="dcterms:W3CDTF">2026-09-21T09:47:29Z</dcterms:created>
  <dcterms:modified xsi:type="dcterms:W3CDTF">2026-09-23T12:35:11Z</dcterms:modified>
</cp:coreProperties>
</file>